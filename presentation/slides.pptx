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uleiman-mbs.github.io/202272600-mohammedalzaid-assignment4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57200"/>
            <a:ext cx="822960" cy="822960"/>
          </a:xfrm>
          <a:prstGeom prst="rect">
            <a:avLst/>
          </a:prstGeom>
          <a:solidFill>
            <a:srgbClr val="112240">
              <a:alpha val="6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57200"/>
            <a:ext cx="822960" cy="822960"/>
          </a:xfrm>
          <a:prstGeom prst="rect">
            <a:avLst/>
          </a:prstGeom>
          <a:solidFill>
            <a:srgbClr val="112240">
              <a:alpha val="6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457200"/>
            <a:ext cx="822960" cy="822960"/>
          </a:xfrm>
          <a:prstGeom prst="rect">
            <a:avLst/>
          </a:prstGeom>
          <a:solidFill>
            <a:srgbClr val="112240">
              <a:alpha val="6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371600"/>
            <a:ext cx="822960" cy="822960"/>
          </a:xfrm>
          <a:prstGeom prst="rect">
            <a:avLst/>
          </a:prstGeom>
          <a:solidFill>
            <a:srgbClr val="112240">
              <a:alpha val="6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1371600"/>
            <a:ext cx="822960" cy="822960"/>
          </a:xfrm>
          <a:prstGeom prst="rect">
            <a:avLst/>
          </a:prstGeom>
          <a:solidFill>
            <a:srgbClr val="112240">
              <a:alpha val="6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Alzaid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3840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Student  |  KFUPM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Enthusiast  •  Oracle Student Ambassador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 |  Threat Hunting  |  Secure Web Applications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560320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  ~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mohammed_alzaid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skills.txt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 | cloud | web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Portfolio  •  Assignment 4  •  2026</a:t>
            </a:r>
            <a:endParaRPr lang="en-US" sz="11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suleiman-mbs.github.io/202272600-mohammedalzaid-assignment4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100584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— Final Submission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02336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670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Vanilla JS ES6+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54864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670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Cloud Computing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personal portfolio integrating semantic HTML structure, responsive CSS Grid layouts, asynchronous API calls, advanced state management, and custom micro-animations.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44348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434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2194560"/>
          </a:xfrm>
          <a:prstGeom prst="rect">
            <a:avLst/>
          </a:prstGeom>
          <a:solidFill>
            <a:srgbClr val="1122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Semantic Structure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Variables &amp; Animations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— ES6+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36576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651760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527048"/>
            <a:ext cx="109728" cy="109728"/>
          </a:xfrm>
          <a:prstGeom prst="ellipse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&amp; Fetch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167128"/>
            <a:ext cx="109728" cy="109728"/>
          </a:xfrm>
          <a:prstGeom prst="ellipse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807208"/>
            <a:ext cx="109728" cy="109728"/>
          </a:xfrm>
          <a:prstGeom prst="ellipse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Debouncing (setTimeout)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3447288"/>
            <a:ext cx="109728" cy="109728"/>
          </a:xfrm>
          <a:prstGeom prst="ellipse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960120"/>
            <a:ext cx="265176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CONCEPTS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325880"/>
            <a:ext cx="2651760" cy="2834640"/>
          </a:xfrm>
          <a:prstGeom prst="rect">
            <a:avLst/>
          </a:prstGeom>
          <a:solidFill>
            <a:srgbClr val="11224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52704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Pages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16712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80720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447288"/>
            <a:ext cx="109728" cy="1097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Proficiency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4206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4233672"/>
            <a:ext cx="4572000" cy="128016"/>
          </a:xfrm>
          <a:prstGeom prst="rect">
            <a:avLst/>
          </a:prstGeom>
          <a:solidFill>
            <a:srgbClr val="112240"/>
          </a:solidFill>
          <a:ln w="3810">
            <a:solidFill>
              <a:srgbClr val="607D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03120" y="4233672"/>
            <a:ext cx="4114800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4206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416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03120" y="4443984"/>
            <a:ext cx="4572000" cy="128016"/>
          </a:xfrm>
          <a:prstGeom prst="rect">
            <a:avLst/>
          </a:prstGeom>
          <a:solidFill>
            <a:srgbClr val="112240"/>
          </a:solidFill>
          <a:ln w="3810">
            <a:solidFill>
              <a:srgbClr val="607D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4443984"/>
            <a:ext cx="3566160" cy="12801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44165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26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03120" y="4654296"/>
            <a:ext cx="4572000" cy="128016"/>
          </a:xfrm>
          <a:prstGeom prst="rect">
            <a:avLst/>
          </a:prstGeom>
          <a:solidFill>
            <a:srgbClr val="112240"/>
          </a:solidFill>
          <a:ln w="3810">
            <a:solidFill>
              <a:srgbClr val="607D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03120" y="4654296"/>
            <a:ext cx="3291840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46268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8371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0" y="4864608"/>
            <a:ext cx="4572000" cy="128016"/>
          </a:xfrm>
          <a:prstGeom prst="rect">
            <a:avLst/>
          </a:prstGeom>
          <a:solidFill>
            <a:srgbClr val="112240"/>
          </a:solidFill>
          <a:ln w="3810">
            <a:solidFill>
              <a:srgbClr val="607D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03120" y="4864608"/>
            <a:ext cx="3886200" cy="12801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483717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Typewriter Effect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JS function simulating a live terminal typing experience — aligns with the Cybersecurity theme. Uses setTimeout + charAt() with CSS blinking cursor.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155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theme toggle using the Web Storage API (localStorage) to retain user preferences across sessions.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1155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API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08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repository data fetched with async/await from api.github.com, dynamically rendering HTML cards via document.createElement.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9748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07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Project Filtering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data-attribute filter system (data-category). Buttons toggle between Cybersecurity and Cloud Computing project categories.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69748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9748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807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Form Debouncing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55848" y="320040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submit button is disabled for 1.5s after click via setTimeout, preventing spam submissions.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743200" cy="1554480"/>
          </a:xfrm>
          <a:prstGeom prst="rect">
            <a:avLst/>
          </a:prstGeom>
          <a:solidFill>
            <a:srgbClr val="112240"/>
          </a:solidFill>
          <a:ln w="1016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27432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072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20040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with CSS Grid adapting from 1-column to 2-column via @media (min-width: 768px).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Showcase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1645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Fuzzing Research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fuzzing environment using AFL++ to test open-source binaries for memory-safety vulnerabilities. Identified crash-triggering inputs in real-world software.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29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AFL++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3429000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429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721608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2160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Analysis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3721608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72160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164592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Serverless Computing Research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20574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analyzing cold-start latency and resource allocation in serverless cloud environments. Compared performance across multiple FaaS providers.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429000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429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0840" y="3429000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429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721608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2160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1783080" cy="22860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72160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GitHub repositories fetched dynamically via GitHub API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&amp; Learning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(GEMINI)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59436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boilerplate &amp; Git setup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11680"/>
            <a:ext cx="54864" cy="59436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Dark Mode persistence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11480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97480"/>
            <a:ext cx="54864" cy="59436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990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GitHub API + filtering logic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114800" cy="594360"/>
          </a:xfrm>
          <a:prstGeom prst="rect">
            <a:avLst/>
          </a:prstGeom>
          <a:solidFill>
            <a:srgbClr val="112240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54864" cy="59436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29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6758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Typewriter effect innovation feature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async/await &amp; Fetch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240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Storage API for state persistence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DOM manipulation via NodeLists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840480"/>
            <a:ext cx="393192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Responsible AI Use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206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was reviewed, tested, and manually modified — not blindly copied. CSS variables, timing values, and DOM logic were all personally adjusted.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112240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project root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index.html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137160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entry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README.md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4680" y="1627632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836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css/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1396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🎨    styles.css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54680" y="2139696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 &amp; animations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js/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  script.js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65176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&amp; API calls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9077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docs/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   ai-usage-report.md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54680" y="3163824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  technical-documentation.md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54680" y="3419856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docs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67588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presentation/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🎬    demo-video.mp4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393192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  slides.pdf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4187952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1005840"/>
            <a:ext cx="3749040" cy="1143000"/>
          </a:xfrm>
          <a:prstGeom prst="rect">
            <a:avLst/>
          </a:prstGeom>
          <a:solidFill>
            <a:srgbClr val="112240"/>
          </a:solidFill>
          <a:ln w="889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00584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1417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with data-attributes for category filtering and clean sectioning.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2240280"/>
            <a:ext cx="3749040" cy="1143000"/>
          </a:xfrm>
          <a:prstGeom prst="rect">
            <a:avLst/>
          </a:prstGeom>
          <a:solidFill>
            <a:srgbClr val="112240"/>
          </a:solidFill>
          <a:ln w="889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2240280"/>
            <a:ext cx="64008" cy="11430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for theming, Grid + Flexbox responsive layout, and @keyframes animations.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0" y="3474720"/>
            <a:ext cx="3749040" cy="1143000"/>
          </a:xfrm>
          <a:prstGeom prst="rect">
            <a:avLst/>
          </a:prstGeom>
          <a:solidFill>
            <a:srgbClr val="112240"/>
          </a:solidFill>
          <a:ln w="889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3474720"/>
            <a:ext cx="64008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Fetch API calls, DOM events, localStorage, the typewriter effect, and project filtering.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54864"/>
            <a:ext cx="54864" cy="50886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Alzaid  •  202272600  •  KFUPM Software Engineering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331720"/>
            <a:ext cx="6400800" cy="566928"/>
          </a:xfrm>
          <a:prstGeom prst="rect">
            <a:avLst/>
          </a:prstGeom>
          <a:solidFill>
            <a:srgbClr val="112240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33172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Portfolio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6243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suleiman-mbs.github.io/202272600-mohammedalzaid-assignment4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017520"/>
            <a:ext cx="6400800" cy="566928"/>
          </a:xfrm>
          <a:prstGeom prst="rect">
            <a:avLst/>
          </a:prstGeom>
          <a:solidFill>
            <a:srgbClr val="112240"/>
          </a:solidFill>
          <a:ln w="8890">
            <a:solidFill>
              <a:srgbClr val="00F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017520"/>
            <a:ext cx="54864" cy="566928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090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University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3101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Fahd University of Petroleum &amp; Minerals (KFUPM)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703320"/>
            <a:ext cx="6400800" cy="566928"/>
          </a:xfrm>
          <a:prstGeom prst="rect">
            <a:avLst/>
          </a:prstGeom>
          <a:solidFill>
            <a:srgbClr val="112240"/>
          </a:solidFill>
          <a:ln w="889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703320"/>
            <a:ext cx="54864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7764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Role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9959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Student Ambassador  •  Cybersecurity Enthusiast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'Thank you for reviewing my portfolio!'  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Presentation</dc:title>
  <dc:subject>PptxGenJS Presentation</dc:subject>
  <dc:creator>Mohammed Alzaid</dc:creator>
  <cp:lastModifiedBy>Mohammed Alzaid</cp:lastModifiedBy>
  <cp:revision>1</cp:revision>
  <dcterms:created xsi:type="dcterms:W3CDTF">2026-04-25T14:56:27Z</dcterms:created>
  <dcterms:modified xsi:type="dcterms:W3CDTF">2026-04-25T14:56:27Z</dcterms:modified>
</cp:coreProperties>
</file>